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AA028-ACBD-F130-B772-DE7A86E80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A9E8B-D109-2E5E-64DE-1EA6C0FD7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23175-DA35-15DE-D033-914ABB39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D536E-4A4B-E06A-1310-FDD294F6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D6858-0B11-2846-88E2-F5E64F668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68160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7BC9-A845-969B-9A26-A57BEBD1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40555-FAF1-53E5-73CC-C7C13B8A6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1291C-6049-937C-E2E1-27C3ED46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AEBC1-A5E4-CA56-E20A-B923AD16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8C229-03A6-C4AD-518F-2796A4D8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02624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4113-C056-633D-5BFA-BA77ED377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AFA00-4B55-ACFF-9687-0669C0BE7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C6A14-DE35-0E7B-DFA5-7494F83C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DFCE3-0402-FB31-41F3-CD6787BCB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5ADFE-9504-F574-DC6D-196626DB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47647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DA3F-A8E7-5CC9-A6F5-D11AB5F3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74FAE-EF46-D1F6-9F34-445AAE742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0DB92-DE7A-0FA2-BDB4-FBD59CD2B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BD94C-14B5-D27B-193D-9D2B9810C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36020-83BB-EE71-FD10-3531BD632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97EF5-8B3D-82AC-5526-DD25E627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9118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A1EF8-AA9B-BF1F-6B59-01BE84AA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D5F9-31F3-6D15-0999-AEDEC39F9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3E069-61F0-3322-2D39-18525115E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511D3C-719E-2D3E-850D-9B1D421E61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945271-0360-164C-99EC-E978C9A636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E20865-B687-8A13-A62C-46B020C8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D22E8-A0F2-3C51-9875-412E82E07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5BB125-3B47-B89E-1CBA-AEFE19E5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7254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C2FE-7A5C-1887-24DA-D958C8D5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1C430-833F-416F-F1EC-54679E3D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68F3A-EBF6-1FDF-7543-BDA79A73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D5EEB-84EF-CCD2-C99F-45DEC7F80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42415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79601-2F6D-D02A-0352-C6FAAE4A5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252FF-25D6-85E5-3F9D-D76DB160A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ABC25-D357-DBF9-209C-7884F38A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7118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373B-834C-6452-5EE3-868BA3BAB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79288-929D-4844-D2C4-8A1C73B0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8C0D2-3489-2703-141C-F93B388F6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130F4-3E1A-5173-87AC-35155B799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C949E-9823-3BAF-4B53-0D07CFECA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EA760-D14D-1479-A09D-4B3B1521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4435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BDC9-0AF9-1E57-AC3A-AD9DA6F6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1AF4A-B44B-B614-8257-DC562464F3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3A2BE-C67A-1B95-1289-C55100049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56C64-68F2-DEBF-CDEB-D08061AAC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D5858-00E3-6B57-C080-E176172B5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A199-EB18-C120-7D5B-42368774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3081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CC09A-5BDD-2DB0-54AA-2E2612F8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BF30A-D437-7B71-DFD2-D5F9EFCED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9E156-4FE6-38D4-7943-66E4C2E28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7FB8E-3B6F-793A-C298-7CDB1ABC5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A98C3-CFD5-E641-0073-C3AF4516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1357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A7C9CF-9227-86AA-DA7A-EF568718F3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DBFA5-DD33-561E-C19D-1EF5522FF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64B57-6D00-187A-74D7-B5D5C110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97074-EFA1-D2C0-95F7-2069B7A0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7FA78-094D-0C6A-A25E-1DF0BEB9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9150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86B204-B459-125B-30CF-7724D822F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D2482-3618-297F-F44D-0AC7A2F27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B1352-B6D8-BAFA-B957-5EBC5EA55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1415A-3F5F-42E8-AE54-6E31165201E1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C5DAB-3ABA-AD4F-F289-668CE2E64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29443-27FB-5599-E430-2A74C5F8A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2B5C8-2EF1-416E-8A95-146A5DC79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5700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E4F20-F532-37C1-5DA0-5642479BE0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Gradient-descent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1155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1C95-9FBE-C59B-90AE-FCE2B01E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Perceptron</a:t>
            </a:r>
            <a:br>
              <a:rPr lang="en-DE" dirty="0"/>
            </a:br>
            <a:r>
              <a:rPr lang="en-DE" sz="2800" dirty="0"/>
              <a:t>Basic building block of Neural Networks</a:t>
            </a:r>
            <a:endParaRPr lang="en-IE" dirty="0"/>
          </a:p>
        </p:txBody>
      </p:sp>
      <p:pic>
        <p:nvPicPr>
          <p:cNvPr id="5" name="Content Placeholder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7709229A-0BC6-362F-2787-AD996A87F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661" y="1825625"/>
            <a:ext cx="6484678" cy="4351338"/>
          </a:xfrm>
        </p:spPr>
      </p:pic>
    </p:spTree>
    <p:extLst>
      <p:ext uri="{BB962C8B-B14F-4D97-AF65-F5344CB8AC3E}">
        <p14:creationId xmlns:p14="http://schemas.microsoft.com/office/powerpoint/2010/main" val="175210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52AA-24A9-3020-651F-D7E5FFE5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Loss function</a:t>
            </a:r>
            <a:endParaRPr lang="en-I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4E6347-BC15-C8C1-04B4-F7AF6E56F1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p>
                      </m:sSup>
                      <m:r>
                        <a:rPr lang="en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D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D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DE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D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D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D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DE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DE" b="0" i="1" smtClean="0">
                                          <a:latin typeface="Cambria Math" panose="02040503050406030204" pitchFamily="18" charset="0"/>
                                        </a:rPr>
                                        <m:t>𝑝𝑟𝑒𝑑</m:t>
                                      </m:r>
                                    </m:sup>
                                  </m:sSubSup>
                                  <m:r>
                                    <a:rPr lang="en-D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D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DE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 algn="ctr">
                  <a:buNone/>
                </a:pPr>
                <a:r>
                  <a:rPr lang="en-DE" dirty="0"/>
                  <a:t>Compute gradients with respect to each weight parameter:</a:t>
                </a:r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DE" b="0" i="1" smtClean="0">
                          <a:latin typeface="Cambria Math" panose="02040503050406030204" pitchFamily="18" charset="0"/>
                        </a:rPr>
                        <m:t>= ,  </m:t>
                      </m:r>
                      <m:f>
                        <m:fPr>
                          <m:ctrlPr>
                            <a:rPr lang="en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DE" b="0" i="1" smtClean="0">
                          <a:latin typeface="Cambria Math" panose="02040503050406030204" pitchFamily="18" charset="0"/>
                        </a:rPr>
                        <m:t>=,  </m:t>
                      </m:r>
                      <m:f>
                        <m:fPr>
                          <m:ctrlPr>
                            <a:rPr lang="en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DE" b="0" i="1" smtClean="0">
                              <a:latin typeface="Cambria Math" panose="02040503050406030204" pitchFamily="18" charset="0"/>
                            </a:rPr>
                            <m:t>𝑑𝑏</m:t>
                          </m:r>
                        </m:den>
                      </m:f>
                      <m:r>
                        <a:rPr lang="en-DE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4E6347-BC15-C8C1-04B4-F7AF6E56F1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5116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Gradient-descent</vt:lpstr>
      <vt:lpstr>Perceptron Basic building block of Neural Networks</vt:lpstr>
      <vt:lpstr>Loss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Rouven Lattner</dc:creator>
  <cp:lastModifiedBy>Rouven Lattner</cp:lastModifiedBy>
  <cp:revision>2</cp:revision>
  <dcterms:created xsi:type="dcterms:W3CDTF">2025-11-28T15:59:05Z</dcterms:created>
  <dcterms:modified xsi:type="dcterms:W3CDTF">2025-11-28T16:20:31Z</dcterms:modified>
</cp:coreProperties>
</file>